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839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2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654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47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910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959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239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412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22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076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7372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3984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18616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22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13050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22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C8C17A-0A53-4BF9-830B-57FE5D346C27}" type="datetimeFigureOut">
              <a:rPr lang="en-IN" smtClean="0"/>
              <a:t>22-01-2026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5A193CA-7900-4D2F-B844-1B51E0A49A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56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143BD-13D8-F475-6793-0C26CC980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65696" y="2223083"/>
            <a:ext cx="4941116" cy="1507921"/>
          </a:xfrm>
        </p:spPr>
        <p:txBody>
          <a:bodyPr/>
          <a:lstStyle/>
          <a:p>
            <a:r>
              <a:rPr lang="en-IN" sz="3600" b="1" dirty="0">
                <a:solidFill>
                  <a:schemeClr val="tx1"/>
                </a:solidFill>
              </a:rPr>
              <a:t>PAYMENT SYSTEM</a:t>
            </a:r>
          </a:p>
        </p:txBody>
      </p:sp>
    </p:spTree>
    <p:extLst>
      <p:ext uri="{BB962C8B-B14F-4D97-AF65-F5344CB8AC3E}">
        <p14:creationId xmlns:p14="http://schemas.microsoft.com/office/powerpoint/2010/main" val="2033776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CC96B-8182-35F9-177E-78018F5F4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679" y="679508"/>
            <a:ext cx="8527382" cy="327280"/>
          </a:xfrm>
        </p:spPr>
        <p:txBody>
          <a:bodyPr>
            <a:no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5990F-5F26-AD14-9F53-69D614CD7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20" y="1459684"/>
            <a:ext cx="8596668" cy="4615234"/>
          </a:xfrm>
        </p:spPr>
        <p:txBody>
          <a:bodyPr>
            <a:normAutofit lnSpcReduction="10000"/>
          </a:bodyPr>
          <a:lstStyle/>
          <a:p>
            <a:r>
              <a:rPr lang="en-US" sz="1600" dirty="0"/>
              <a:t>A Payment System Web Application is a full stack project developed using Java to enable </a:t>
            </a:r>
            <a:r>
              <a:rPr lang="en-US" sz="1600" u="sng" dirty="0"/>
              <a:t>secure and efficient online financial transactions</a:t>
            </a:r>
            <a:r>
              <a:rPr lang="en-US" sz="1600" dirty="0"/>
              <a:t>.</a:t>
            </a:r>
          </a:p>
          <a:p>
            <a:r>
              <a:rPr lang="en-US" sz="1600" dirty="0"/>
              <a:t> It integrates a user-friendly front end with a robust Java-based back end to manage payment processing.</a:t>
            </a:r>
          </a:p>
          <a:p>
            <a:r>
              <a:rPr lang="en-US" sz="1600" dirty="0"/>
              <a:t> The application </a:t>
            </a:r>
            <a:r>
              <a:rPr lang="en-US" sz="1600" u="sng" dirty="0"/>
              <a:t>supports user authentication, transaction management, and payment validation</a:t>
            </a:r>
            <a:r>
              <a:rPr lang="en-US" sz="1600" dirty="0"/>
              <a:t>.</a:t>
            </a:r>
          </a:p>
          <a:p>
            <a:r>
              <a:rPr lang="en-US" sz="1600" dirty="0"/>
              <a:t> Java technologies such as </a:t>
            </a:r>
            <a:r>
              <a:rPr lang="en-US" sz="1600" u="sng" dirty="0"/>
              <a:t>Spring Boot ensure scalability, security, and reliability of the system</a:t>
            </a:r>
            <a:r>
              <a:rPr lang="en-US" sz="1600" dirty="0"/>
              <a:t>. </a:t>
            </a:r>
          </a:p>
          <a:p>
            <a:r>
              <a:rPr lang="en-US" sz="1600" dirty="0"/>
              <a:t>The </a:t>
            </a:r>
            <a:r>
              <a:rPr lang="en-US" sz="1600" u="sng" dirty="0"/>
              <a:t>front end </a:t>
            </a:r>
            <a:r>
              <a:rPr lang="en-US" sz="1600" dirty="0"/>
              <a:t>is built </a:t>
            </a:r>
            <a:r>
              <a:rPr lang="en-US" sz="1600" u="sng" dirty="0"/>
              <a:t>using bootstrap </a:t>
            </a:r>
            <a:r>
              <a:rPr lang="en-US" sz="1600" dirty="0"/>
              <a:t>framework of CSS to provides an interactive user experience.</a:t>
            </a:r>
          </a:p>
          <a:p>
            <a:r>
              <a:rPr lang="en-US" sz="1600" dirty="0"/>
              <a:t> The backend handles business logic, API services, and communication with the database.</a:t>
            </a:r>
          </a:p>
          <a:p>
            <a:r>
              <a:rPr lang="en-US" sz="1600" dirty="0"/>
              <a:t> A </a:t>
            </a:r>
            <a:r>
              <a:rPr lang="en-US" sz="1600" u="sng" dirty="0"/>
              <a:t>relational database stores user details, transaction records, and payment status securely</a:t>
            </a:r>
            <a:r>
              <a:rPr lang="en-US" sz="1600" dirty="0"/>
              <a:t>.</a:t>
            </a:r>
          </a:p>
          <a:p>
            <a:r>
              <a:rPr lang="en-US" sz="1600" dirty="0"/>
              <a:t>This project demonstrates real-world implementation of full stack development concepts in online payment processing.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1814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1D28-2A6E-A35E-71BB-277D5B14B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9450"/>
            <a:ext cx="8596668" cy="397188"/>
          </a:xfrm>
        </p:spPr>
        <p:txBody>
          <a:bodyPr>
            <a:normAutofit fontScale="90000"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1E81A-0EDE-6999-747F-750DFA28A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048624"/>
            <a:ext cx="8596668" cy="4992739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Traditional payment methods are:</a:t>
            </a:r>
          </a:p>
          <a:p>
            <a:pPr marL="0" indent="0">
              <a:buNone/>
            </a:pPr>
            <a:r>
              <a:rPr lang="en-US" sz="1600" dirty="0"/>
              <a:t>Time consuming</a:t>
            </a:r>
          </a:p>
          <a:p>
            <a:pPr marL="0" indent="0">
              <a:buNone/>
            </a:pPr>
            <a:r>
              <a:rPr lang="en-US" sz="1600" dirty="0"/>
              <a:t>Error prone</a:t>
            </a:r>
          </a:p>
          <a:p>
            <a:pPr marL="0" indent="0">
              <a:buNone/>
            </a:pPr>
            <a:r>
              <a:rPr lang="en-US" sz="1600" dirty="0"/>
              <a:t>Require physical presence</a:t>
            </a:r>
          </a:p>
          <a:p>
            <a:pPr marL="0" indent="0">
              <a:buNone/>
            </a:pPr>
            <a:r>
              <a:rPr lang="en-US" sz="1600" dirty="0"/>
              <a:t>Lack transparency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Solution:</a:t>
            </a:r>
          </a:p>
          <a:p>
            <a:pPr marL="0" indent="0">
              <a:buNone/>
            </a:pPr>
            <a:r>
              <a:rPr lang="en-US" sz="1600" dirty="0"/>
              <a:t>This system reduces manual work and provides:</a:t>
            </a:r>
          </a:p>
          <a:p>
            <a:pPr marL="0" indent="0">
              <a:buNone/>
            </a:pPr>
            <a:r>
              <a:rPr lang="en-US" sz="1600" dirty="0"/>
              <a:t>Fast transactions</a:t>
            </a:r>
          </a:p>
          <a:p>
            <a:pPr marL="0" indent="0">
              <a:buNone/>
            </a:pPr>
            <a:r>
              <a:rPr lang="en-US" sz="1600" dirty="0"/>
              <a:t>Secure payments</a:t>
            </a:r>
          </a:p>
          <a:p>
            <a:pPr marL="0" indent="0">
              <a:buNone/>
            </a:pPr>
            <a:r>
              <a:rPr lang="en-US" sz="1600" dirty="0"/>
              <a:t>Easy access anytime</a:t>
            </a:r>
          </a:p>
          <a:p>
            <a:pPr marL="0" indent="0">
              <a:buNone/>
            </a:pPr>
            <a:r>
              <a:rPr lang="en-US" sz="1600" dirty="0"/>
              <a:t>Digital record keeping</a:t>
            </a:r>
          </a:p>
        </p:txBody>
      </p:sp>
    </p:spTree>
    <p:extLst>
      <p:ext uri="{BB962C8B-B14F-4D97-AF65-F5344CB8AC3E}">
        <p14:creationId xmlns:p14="http://schemas.microsoft.com/office/powerpoint/2010/main" val="1859013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F86D-1C6D-E58D-DF44-F6DED5FBD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22914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3BC92-229A-FB4B-6E74-9A57B8E26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508307"/>
            <a:ext cx="8596668" cy="3533055"/>
          </a:xfrm>
        </p:spPr>
        <p:txBody>
          <a:bodyPr/>
          <a:lstStyle/>
          <a:p>
            <a:r>
              <a:rPr lang="en-US" dirty="0"/>
              <a:t>To develop a secure online payment platform</a:t>
            </a:r>
          </a:p>
          <a:p>
            <a:r>
              <a:rPr lang="en-US" dirty="0"/>
              <a:t>To allow users to pay bills easily</a:t>
            </a:r>
          </a:p>
          <a:p>
            <a:r>
              <a:rPr lang="en-US" dirty="0"/>
              <a:t>To store transaction records safely</a:t>
            </a:r>
          </a:p>
          <a:p>
            <a:r>
              <a:rPr lang="en-US" dirty="0"/>
              <a:t>To reduce manual work</a:t>
            </a:r>
          </a:p>
          <a:p>
            <a:r>
              <a:rPr lang="en-US" dirty="0"/>
              <a:t>To provide fast and reliable services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917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77659-D297-C4BB-ABE2-CCB1E3D09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9002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SYSTEM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B0BF-06D4-2460-F0B2-33F368481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99627"/>
            <a:ext cx="8596668" cy="4841736"/>
          </a:xfrm>
        </p:spPr>
        <p:txBody>
          <a:bodyPr>
            <a:normAutofit/>
          </a:bodyPr>
          <a:lstStyle/>
          <a:p>
            <a:r>
              <a:rPr lang="en-IN" dirty="0"/>
              <a:t>User (Customer) Module:                                                                                                                           </a:t>
            </a:r>
          </a:p>
          <a:p>
            <a:endParaRPr lang="en-IN" dirty="0"/>
          </a:p>
          <a:p>
            <a:r>
              <a:rPr lang="en-IN" dirty="0"/>
              <a:t>Functions: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User Registration</a:t>
            </a:r>
          </a:p>
          <a:p>
            <a:pPr marL="0" indent="0">
              <a:buNone/>
            </a:pPr>
            <a:r>
              <a:rPr lang="en-IN" dirty="0"/>
              <a:t>User Login</a:t>
            </a:r>
          </a:p>
          <a:p>
            <a:pPr marL="0" indent="0">
              <a:buNone/>
            </a:pPr>
            <a:r>
              <a:rPr lang="en-IN" dirty="0"/>
              <a:t>View available biller</a:t>
            </a:r>
          </a:p>
          <a:p>
            <a:pPr marL="0" indent="0">
              <a:buNone/>
            </a:pPr>
            <a:r>
              <a:rPr lang="en-IN" dirty="0"/>
              <a:t>Select bill category </a:t>
            </a:r>
          </a:p>
          <a:p>
            <a:pPr marL="0" indent="0">
              <a:buNone/>
            </a:pPr>
            <a:r>
              <a:rPr lang="en-IN" dirty="0"/>
              <a:t>Make payments</a:t>
            </a:r>
          </a:p>
          <a:p>
            <a:pPr marL="0" indent="0">
              <a:buNone/>
            </a:pPr>
            <a:r>
              <a:rPr lang="en-IN" dirty="0"/>
              <a:t>View transaction history</a:t>
            </a:r>
          </a:p>
        </p:txBody>
      </p:sp>
    </p:spTree>
    <p:extLst>
      <p:ext uri="{BB962C8B-B14F-4D97-AF65-F5344CB8AC3E}">
        <p14:creationId xmlns:p14="http://schemas.microsoft.com/office/powerpoint/2010/main" val="3957164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1FAA-614F-43B1-9DF1-0C80AA935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446"/>
            <a:ext cx="8596668" cy="511728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User 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04D78-6641-3AC9-43AE-A146A50B7D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29174"/>
            <a:ext cx="8596668" cy="5880683"/>
          </a:xfrm>
        </p:spPr>
        <p:txBody>
          <a:bodyPr/>
          <a:lstStyle/>
          <a:p>
            <a:r>
              <a:rPr lang="en-IN" dirty="0"/>
              <a:t>User registration and login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112BFB-594B-7FC7-18C4-279D084F9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0" y="981513"/>
            <a:ext cx="8011487" cy="23405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4FC95C-72F2-251B-D317-A686A0B6D0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10" y="3674379"/>
            <a:ext cx="8011487" cy="283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6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6F297-CFE2-CA5A-0DD7-F85ACD059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09726"/>
            <a:ext cx="8596668" cy="528505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Customer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A41AF-65EF-3328-7029-67352A32D4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2" y="872455"/>
            <a:ext cx="8759753" cy="5419288"/>
          </a:xfrm>
        </p:spPr>
      </p:pic>
    </p:spTree>
    <p:extLst>
      <p:ext uri="{BB962C8B-B14F-4D97-AF65-F5344CB8AC3E}">
        <p14:creationId xmlns:p14="http://schemas.microsoft.com/office/powerpoint/2010/main" val="71940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0A1D4-02CF-FF07-0C0B-A3FB0095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19450"/>
            <a:ext cx="8596668" cy="654341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Service-provider(biller)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0F33A-3EBD-BAFF-8432-ABC6976BC6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59017"/>
            <a:ext cx="8596668" cy="4682346"/>
          </a:xfrm>
        </p:spPr>
        <p:txBody>
          <a:bodyPr>
            <a:noAutofit/>
          </a:bodyPr>
          <a:lstStyle/>
          <a:p>
            <a:r>
              <a:rPr lang="en-US" dirty="0"/>
              <a:t>Biller Module: This module is for service providers like electricity board, gas agency, etc.</a:t>
            </a:r>
          </a:p>
          <a:p>
            <a:r>
              <a:rPr lang="en-US" dirty="0"/>
              <a:t>Functions: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Biller Registration</a:t>
            </a:r>
          </a:p>
          <a:p>
            <a:pPr marL="0" indent="0">
              <a:buNone/>
            </a:pPr>
            <a:r>
              <a:rPr lang="en-US" dirty="0"/>
              <a:t>Biller Login</a:t>
            </a:r>
          </a:p>
          <a:p>
            <a:pPr marL="0" indent="0">
              <a:buNone/>
            </a:pPr>
            <a:r>
              <a:rPr lang="en-US" dirty="0"/>
              <a:t>Add products/services</a:t>
            </a:r>
          </a:p>
          <a:p>
            <a:pPr marL="0" indent="0">
              <a:buNone/>
            </a:pPr>
            <a:r>
              <a:rPr lang="en-US" dirty="0"/>
              <a:t>Generate bills</a:t>
            </a:r>
          </a:p>
          <a:p>
            <a:pPr marL="0" indent="0">
              <a:buNone/>
            </a:pPr>
            <a:r>
              <a:rPr lang="en-US" dirty="0"/>
              <a:t>View paid/unpaid bills</a:t>
            </a:r>
          </a:p>
          <a:p>
            <a:pPr marL="0" indent="0">
              <a:buNone/>
            </a:pPr>
            <a:r>
              <a:rPr lang="en-US" dirty="0"/>
              <a:t>Update bill status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164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44890-2D41-BA26-888D-3AF162F29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80969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Functions: Biller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34AE6D-6747-830D-16DC-F95AB8F55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1090569"/>
            <a:ext cx="8596312" cy="5427677"/>
          </a:xfrm>
        </p:spPr>
      </p:pic>
    </p:spTree>
    <p:extLst>
      <p:ext uri="{BB962C8B-B14F-4D97-AF65-F5344CB8AC3E}">
        <p14:creationId xmlns:p14="http://schemas.microsoft.com/office/powerpoint/2010/main" val="3635024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D627-F261-6F0E-957D-7C2DF519F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446"/>
            <a:ext cx="8596668" cy="453005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TECHNOLOGIES USED: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F4334-99C7-5DFD-DEC2-5E699D5AD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671119"/>
            <a:ext cx="8596668" cy="5931017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6400" dirty="0"/>
              <a:t>Frontend:</a:t>
            </a:r>
          </a:p>
          <a:p>
            <a:pPr marL="0" indent="0">
              <a:buNone/>
            </a:pPr>
            <a:r>
              <a:rPr lang="en-IN" sz="6400" dirty="0"/>
              <a:t>HTML</a:t>
            </a:r>
          </a:p>
          <a:p>
            <a:pPr marL="0" indent="0">
              <a:buNone/>
            </a:pPr>
            <a:r>
              <a:rPr lang="en-IN" sz="6400" dirty="0"/>
              <a:t>CSS</a:t>
            </a:r>
          </a:p>
          <a:p>
            <a:pPr marL="0" indent="0">
              <a:buNone/>
            </a:pPr>
            <a:r>
              <a:rPr lang="en-IN" sz="6400" dirty="0"/>
              <a:t>JavaScript</a:t>
            </a:r>
          </a:p>
          <a:p>
            <a:pPr marL="0" indent="0">
              <a:buNone/>
            </a:pPr>
            <a:r>
              <a:rPr lang="en-IN" sz="6400" dirty="0"/>
              <a:t>Bootstrap</a:t>
            </a:r>
          </a:p>
          <a:p>
            <a:endParaRPr lang="en-IN" sz="6400" dirty="0"/>
          </a:p>
          <a:p>
            <a:r>
              <a:rPr lang="en-IN" sz="6400" dirty="0"/>
              <a:t>Backend:</a:t>
            </a:r>
          </a:p>
          <a:p>
            <a:pPr marL="0" indent="0">
              <a:buNone/>
            </a:pPr>
            <a:r>
              <a:rPr lang="en-IN" sz="6400" dirty="0"/>
              <a:t>Java</a:t>
            </a:r>
          </a:p>
          <a:p>
            <a:pPr marL="0" indent="0">
              <a:buNone/>
            </a:pPr>
            <a:r>
              <a:rPr lang="en-IN" sz="6400" dirty="0"/>
              <a:t>Spring Boot</a:t>
            </a:r>
          </a:p>
          <a:p>
            <a:pPr marL="0" indent="0">
              <a:buNone/>
            </a:pPr>
            <a:r>
              <a:rPr lang="en-IN" sz="6400" dirty="0"/>
              <a:t>Database:</a:t>
            </a:r>
          </a:p>
          <a:p>
            <a:pPr marL="0" indent="0">
              <a:buNone/>
            </a:pPr>
            <a:r>
              <a:rPr lang="en-IN" sz="6400" dirty="0"/>
              <a:t>MySQL</a:t>
            </a:r>
          </a:p>
          <a:p>
            <a:endParaRPr lang="en-IN" sz="6400" dirty="0"/>
          </a:p>
          <a:p>
            <a:r>
              <a:rPr lang="en-IN" sz="6400" dirty="0"/>
              <a:t>Tools:</a:t>
            </a:r>
          </a:p>
          <a:p>
            <a:pPr marL="0" indent="0">
              <a:buNone/>
            </a:pPr>
            <a:r>
              <a:rPr lang="en-IN" sz="6400" dirty="0"/>
              <a:t>Eclipse </a:t>
            </a:r>
          </a:p>
          <a:p>
            <a:pPr marL="0" indent="0">
              <a:buNone/>
            </a:pPr>
            <a:r>
              <a:rPr lang="en-IN" sz="6400" dirty="0"/>
              <a:t>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2195638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F1708-B269-FE2C-6C46-10EAAAF9B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520117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FLOW DIAGRAM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EB7DEB-F2C2-FEE5-AAA8-165032E363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63" y="520117"/>
            <a:ext cx="8533249" cy="6107185"/>
          </a:xfrm>
        </p:spPr>
      </p:pic>
    </p:spTree>
    <p:extLst>
      <p:ext uri="{BB962C8B-B14F-4D97-AF65-F5344CB8AC3E}">
        <p14:creationId xmlns:p14="http://schemas.microsoft.com/office/powerpoint/2010/main" val="3864190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6BC43-430A-F939-5BED-7A44002C8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721" y="209725"/>
            <a:ext cx="8596668" cy="629174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FEATURES: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1E3D9-5FEE-7270-11E0-E726594B5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713065"/>
            <a:ext cx="8596668" cy="57967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Secure login system</a:t>
            </a:r>
          </a:p>
          <a:p>
            <a:pPr marL="0" indent="0">
              <a:buNone/>
            </a:pPr>
            <a:r>
              <a:rPr lang="en-US" dirty="0"/>
              <a:t>Real-time payment processing</a:t>
            </a:r>
          </a:p>
          <a:p>
            <a:pPr marL="0" indent="0">
              <a:buNone/>
            </a:pPr>
            <a:r>
              <a:rPr lang="en-US" dirty="0"/>
              <a:t>Bill management</a:t>
            </a:r>
          </a:p>
          <a:p>
            <a:pPr marL="0" indent="0">
              <a:buNone/>
            </a:pPr>
            <a:r>
              <a:rPr lang="en-US" dirty="0"/>
              <a:t>Transaction history</a:t>
            </a:r>
          </a:p>
          <a:p>
            <a:pPr marL="0" indent="0">
              <a:buNone/>
            </a:pPr>
            <a:r>
              <a:rPr lang="en-US" dirty="0"/>
              <a:t>Admin control</a:t>
            </a:r>
          </a:p>
          <a:p>
            <a:endParaRPr lang="en-US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ADVANTAGES:</a:t>
            </a:r>
          </a:p>
          <a:p>
            <a:pPr marL="0" indent="0">
              <a:buNone/>
            </a:pPr>
            <a:r>
              <a:rPr lang="en-US" dirty="0"/>
              <a:t>Saves time</a:t>
            </a:r>
          </a:p>
          <a:p>
            <a:pPr marL="0" indent="0">
              <a:buNone/>
            </a:pPr>
            <a:r>
              <a:rPr lang="en-US" dirty="0"/>
              <a:t>Reduces errors</a:t>
            </a:r>
          </a:p>
          <a:p>
            <a:pPr marL="0" indent="0">
              <a:buNone/>
            </a:pPr>
            <a:r>
              <a:rPr lang="en-US" dirty="0"/>
              <a:t>Easy to use</a:t>
            </a:r>
          </a:p>
          <a:p>
            <a:pPr marL="0" indent="0">
              <a:buNone/>
            </a:pPr>
            <a:r>
              <a:rPr lang="en-US" dirty="0"/>
              <a:t>Secure transactions</a:t>
            </a:r>
          </a:p>
          <a:p>
            <a:pPr marL="0" indent="0">
              <a:buNone/>
            </a:pPr>
            <a:r>
              <a:rPr lang="en-US" dirty="0"/>
              <a:t>Paperless system</a:t>
            </a:r>
          </a:p>
          <a:p>
            <a:pPr marL="0" indent="0">
              <a:buNone/>
            </a:pPr>
            <a:r>
              <a:rPr lang="en-US" dirty="0"/>
              <a:t>24/7 availability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939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EA981-0F25-2329-4EC0-E9FAD574A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39692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APPLICATIONS: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F8D09-C853-D5F0-6C19-4A6E06A73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149292"/>
            <a:ext cx="8596668" cy="50011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Electricity bill payment</a:t>
            </a:r>
          </a:p>
          <a:p>
            <a:pPr marL="0" indent="0">
              <a:buNone/>
            </a:pPr>
            <a:r>
              <a:rPr lang="en-US" dirty="0"/>
              <a:t>Mobile recharge</a:t>
            </a:r>
          </a:p>
          <a:p>
            <a:pPr marL="0" indent="0">
              <a:buNone/>
            </a:pPr>
            <a:r>
              <a:rPr lang="en-US" dirty="0"/>
              <a:t>Gas bill payment</a:t>
            </a:r>
          </a:p>
          <a:p>
            <a:pPr marL="0" indent="0">
              <a:buNone/>
            </a:pPr>
            <a:r>
              <a:rPr lang="en-US" dirty="0"/>
              <a:t>Insurance payments</a:t>
            </a:r>
          </a:p>
          <a:p>
            <a:pPr marL="0" indent="0">
              <a:buNone/>
            </a:pPr>
            <a:r>
              <a:rPr lang="en-US" dirty="0"/>
              <a:t>Online shopping payments</a:t>
            </a:r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800" b="1" dirty="0"/>
              <a:t>FUTURE ENHANCEMENTS</a:t>
            </a:r>
          </a:p>
          <a:p>
            <a:pPr marL="0" indent="0">
              <a:buNone/>
            </a:pPr>
            <a:r>
              <a:rPr lang="en-IN" dirty="0"/>
              <a:t>Integration with UPI &amp; wallets</a:t>
            </a:r>
          </a:p>
          <a:p>
            <a:pPr marL="0" indent="0">
              <a:buNone/>
            </a:pPr>
            <a:r>
              <a:rPr lang="en-IN" dirty="0"/>
              <a:t>AI-based fraud detection</a:t>
            </a:r>
          </a:p>
          <a:p>
            <a:pPr marL="0" indent="0">
              <a:buNone/>
            </a:pPr>
            <a:r>
              <a:rPr lang="en-IN" dirty="0"/>
              <a:t>Multi-language support</a:t>
            </a:r>
          </a:p>
          <a:p>
            <a:pPr marL="0" indent="0">
              <a:buNone/>
            </a:pPr>
            <a:r>
              <a:rPr lang="en-IN" dirty="0"/>
              <a:t>SMS/Email notifications</a:t>
            </a:r>
          </a:p>
        </p:txBody>
      </p:sp>
    </p:spTree>
    <p:extLst>
      <p:ext uri="{BB962C8B-B14F-4D97-AF65-F5344CB8AC3E}">
        <p14:creationId xmlns:p14="http://schemas.microsoft.com/office/powerpoint/2010/main" val="242840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E5145-2572-BB83-46FC-3851A6EE8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80969"/>
          </a:xfrm>
        </p:spPr>
        <p:txBody>
          <a:bodyPr>
            <a:normAutofit fontScale="90000"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1E823-CFFB-9C5F-3DF0-EE97C55F7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42239"/>
            <a:ext cx="8596668" cy="4699123"/>
          </a:xfrm>
        </p:spPr>
        <p:txBody>
          <a:bodyPr/>
          <a:lstStyle/>
          <a:p>
            <a:r>
              <a:rPr lang="en-US" dirty="0"/>
              <a:t>The Online Payment System using Java Full Stack provides a secure, fast, and efficient solution for digital payments.</a:t>
            </a:r>
          </a:p>
          <a:p>
            <a:r>
              <a:rPr lang="en-US" dirty="0"/>
              <a:t>It helps in promoting digital transactions and reduces dependency on manual payment systems.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            --THE END--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74771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140</TotalTime>
  <Words>413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Trebuchet MS</vt:lpstr>
      <vt:lpstr>Wingdings 3</vt:lpstr>
      <vt:lpstr>Facet</vt:lpstr>
      <vt:lpstr>PAYMENT SYSTEM</vt:lpstr>
      <vt:lpstr>INTRODUCTION</vt:lpstr>
      <vt:lpstr>PROBLEM STATEMENT</vt:lpstr>
      <vt:lpstr>OBJECTIVES OF THE PROJECT</vt:lpstr>
      <vt:lpstr>SYSTEM MODULES</vt:lpstr>
      <vt:lpstr>User modules</vt:lpstr>
      <vt:lpstr>Customer Dashboard</vt:lpstr>
      <vt:lpstr>Service-provider(biller) module</vt:lpstr>
      <vt:lpstr>Functions: Biller</vt:lpstr>
      <vt:lpstr>TECHNOLOGIES USED:</vt:lpstr>
      <vt:lpstr>FLOW DIAGRAM </vt:lpstr>
      <vt:lpstr>FEATURES:</vt:lpstr>
      <vt:lpstr>APPLICATIONS: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jalli mamatha</dc:creator>
  <cp:lastModifiedBy>jalli mamatha</cp:lastModifiedBy>
  <cp:revision>1</cp:revision>
  <dcterms:created xsi:type="dcterms:W3CDTF">2026-01-22T06:04:30Z</dcterms:created>
  <dcterms:modified xsi:type="dcterms:W3CDTF">2026-01-22T08:25:09Z</dcterms:modified>
</cp:coreProperties>
</file>